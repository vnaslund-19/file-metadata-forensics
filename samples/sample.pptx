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1108F-5DAE-CD8B-DEA0-A5B1FC0B93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7EB420-F44F-8674-E80F-7F63F7D0CD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4CFB0-1D9C-F65E-ECE6-3F8AD6ACE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9A53B-D397-8845-846B-1AA63DB3475E}" type="datetimeFigureOut">
              <a:rPr lang="en-ES" smtClean="0"/>
              <a:t>8/9/26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E07F3-3FFF-171A-4F74-BEAD5F3DD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D5E19-2329-969D-A172-85BD76631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6D654-AAA4-5742-BF5D-9CBF0BBA498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84476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B8957-27DD-13C0-6AE5-F93A8172C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57529-13FD-A2BD-DF4B-D3DA526AE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348E5-9099-E926-466F-632AAC7BB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9A53B-D397-8845-846B-1AA63DB3475E}" type="datetimeFigureOut">
              <a:rPr lang="en-ES" smtClean="0"/>
              <a:t>8/9/26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E2A9B-2977-9715-79DF-47E87EF61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41A66-DA15-22C5-53AB-905283BBD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6D654-AAA4-5742-BF5D-9CBF0BBA498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030763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2ED63-F5FB-09B6-4F5F-573426DF2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D6A75-E1BA-DB18-1C5A-299C03877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BD161-C59A-DECC-DA65-1F8E110FD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9A53B-D397-8845-846B-1AA63DB3475E}" type="datetimeFigureOut">
              <a:rPr lang="en-ES" smtClean="0"/>
              <a:t>8/9/26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ACFED-9146-1BE5-6520-9BD92036D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E483F-AD9C-84FC-42B0-A1F1245C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6D654-AAA4-5742-BF5D-9CBF0BBA498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739058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7F2E7-5CB6-E056-ADA7-E4B7CB928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3F8D2-9FAE-0964-EA29-01205B8168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8145A1-0F5F-ED5E-36C7-20EEC8F41B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CE549-3552-3A26-D58F-6C0122230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9A53B-D397-8845-846B-1AA63DB3475E}" type="datetimeFigureOut">
              <a:rPr lang="en-ES" smtClean="0"/>
              <a:t>8/9/26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5AB3B-8D5B-B331-DA03-C5F444CD6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E6375C-7A9D-11A7-F5B2-1F61468F5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6D654-AAA4-5742-BF5D-9CBF0BBA498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987374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C217D-A6F7-CB0D-EE0C-5041A2B45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8E7A9-B243-7160-05E1-2277D5E35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897FB4-0134-4266-EBC0-2844C3EFAE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F70FC1-1889-1233-0AA1-FC2FB3735C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5B4A2B-FD43-08AF-9295-AC62FF247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C4361B-E193-1E06-6BD2-D4607005F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9A53B-D397-8845-846B-1AA63DB3475E}" type="datetimeFigureOut">
              <a:rPr lang="en-ES" smtClean="0"/>
              <a:t>8/9/26</a:t>
            </a:fld>
            <a:endParaRPr lang="en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007C18-3FE4-5055-1EFE-658318D94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2BEAE9-3310-6254-9CDC-3A5C82F32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6D654-AAA4-5742-BF5D-9CBF0BBA498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1650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AE011-0533-7AAC-BDB3-235FAF56A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2830AE-D11F-52BD-CDB6-21E937669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9A53B-D397-8845-846B-1AA63DB3475E}" type="datetimeFigureOut">
              <a:rPr lang="en-ES" smtClean="0"/>
              <a:t>8/9/26</a:t>
            </a:fld>
            <a:endParaRPr lang="en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8F0458-EEA8-906D-569D-7E8C27474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D8F7B-E2D2-C342-FBA4-4CC3FF7BF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6D654-AAA4-5742-BF5D-9CBF0BBA498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975557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024B40-895D-1877-BB38-E62124DE8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9A53B-D397-8845-846B-1AA63DB3475E}" type="datetimeFigureOut">
              <a:rPr lang="en-ES" smtClean="0"/>
              <a:t>8/9/26</a:t>
            </a:fld>
            <a:endParaRPr lang="en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008E94-5D4F-C2E2-80BD-7324184DC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38EA0-95A2-3714-9FCC-B0D1A8F6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6D654-AAA4-5742-BF5D-9CBF0BBA498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105537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B9FDB-685D-675D-09BB-13E33BAF2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242AE-3120-780C-C8B3-F7192B2F0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910660-8A3C-F0B8-6CB2-9344EDB5A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F274BE-B675-71CE-B0F2-6418D4A1C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9A53B-D397-8845-846B-1AA63DB3475E}" type="datetimeFigureOut">
              <a:rPr lang="en-ES" smtClean="0"/>
              <a:t>8/9/26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61A0B7-A1C6-7D39-E999-7F678B933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4714C-26FE-CA58-CD7A-FE7B77FAC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6D654-AAA4-5742-BF5D-9CBF0BBA498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342319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65B94-B349-C729-058A-CA711428E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F3FD8A-D841-1D86-F40A-FB5D13AF74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618C39-DDB0-BB98-7DF8-90FDAB51F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8D495F-A1AF-D78A-9CFA-490AAD834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9A53B-D397-8845-846B-1AA63DB3475E}" type="datetimeFigureOut">
              <a:rPr lang="en-ES" smtClean="0"/>
              <a:t>8/9/26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978BB-9999-F7A3-17D7-298DAC7D1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36EBB-1CBB-2A28-D728-687087108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6D654-AAA4-5742-BF5D-9CBF0BBA498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089931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433F1-5489-1B78-60DA-54817AC78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7E4A1B-79CC-576D-37E3-F394BC5EE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7C9D1-9B58-644D-27E7-09CF4DE12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9A53B-D397-8845-846B-1AA63DB3475E}" type="datetimeFigureOut">
              <a:rPr lang="en-ES" smtClean="0"/>
              <a:t>8/9/26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ECDB3-0F62-324F-575B-430F6A17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014C5-938D-3318-9073-24C23D8D3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6D654-AAA4-5742-BF5D-9CBF0BBA498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16540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4E8C73-2552-5F74-FB24-B075C066C7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6F70B4-A3EE-84D0-D076-6D53913B3F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330E7-43E1-D8F4-C78F-F0EF24F2F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9A53B-D397-8845-846B-1AA63DB3475E}" type="datetimeFigureOut">
              <a:rPr lang="en-ES" smtClean="0"/>
              <a:t>8/9/26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89483-A053-554D-524C-6018C5312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D7B3E-781C-53A7-E054-F67C6CCD0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6D654-AAA4-5742-BF5D-9CBF0BBA498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108249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7DBA71-F30A-A33F-3A41-6282BB8DD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7707DF-A26C-D94E-6041-90C1C4AEF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446C5-8C6A-0598-558F-DD10D354A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09A53B-D397-8845-846B-1AA63DB3475E}" type="datetimeFigureOut">
              <a:rPr lang="en-ES" smtClean="0"/>
              <a:t>8/9/26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FBB11-2E94-E325-6919-DD42345EE9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6F37E-2E2F-0971-E306-3E27498D89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B6D654-AAA4-5742-BF5D-9CBF0BBA498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246664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B9E34-D2A9-5072-31F3-98AE634C9F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ES" dirty="0"/>
              <a:t>Sample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254669-255B-0787-2482-40EEC6A550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ES"/>
              <a:t>For DigFor</a:t>
            </a:r>
          </a:p>
        </p:txBody>
      </p:sp>
    </p:spTree>
    <p:extLst>
      <p:ext uri="{BB962C8B-B14F-4D97-AF65-F5344CB8AC3E}">
        <p14:creationId xmlns:p14="http://schemas.microsoft.com/office/powerpoint/2010/main" val="653709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715B5-5432-374E-0575-DD114DB7C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/>
              <a:t>Click here</a:t>
            </a:r>
            <a:br>
              <a:rPr lang="en-ES"/>
            </a:b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08A89-60C5-4167-2A2D-C1B738C9F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</a:t>
            </a:r>
            <a:r>
              <a:rPr lang="en-ES" dirty="0"/>
              <a:t>ew, edit slide</a:t>
            </a:r>
          </a:p>
        </p:txBody>
      </p:sp>
    </p:spTree>
    <p:extLst>
      <p:ext uri="{BB962C8B-B14F-4D97-AF65-F5344CB8AC3E}">
        <p14:creationId xmlns:p14="http://schemas.microsoft.com/office/powerpoint/2010/main" val="1497738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Sample data</vt:lpstr>
      <vt:lpstr>Click here </vt:lpstr>
    </vt:vector>
  </TitlesOfParts>
  <Manager>Steve</Manager>
  <Company>Company123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SamplePres</dc:title>
  <dc:subject>Unnecessary info</dc:subject>
  <dc:creator>PowerPuff</dc:creator>
  <cp:keywords>Sample, presentation, test, forensics</cp:keywords>
  <dc:description>Sample presentation created solely for forensic metadata analysis</dc:description>
  <cp:lastModifiedBy>Victor Naslund Cuesta</cp:lastModifiedBy>
  <cp:revision>3</cp:revision>
  <dcterms:created xsi:type="dcterms:W3CDTF">2026-09-08T09:54:41Z</dcterms:created>
  <dcterms:modified xsi:type="dcterms:W3CDTF">2026-09-08T09:57:26Z</dcterms:modified>
  <cp:category>Random data</cp:category>
</cp:coreProperties>
</file>